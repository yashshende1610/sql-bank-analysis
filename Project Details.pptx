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9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83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1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78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20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55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8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41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5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62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65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0282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447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025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588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25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8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95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69259" y="1855499"/>
            <a:ext cx="1123277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j-lt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j-lt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j-lt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j-lt"/>
              </a:rPr>
              <a:t>State wise and month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j-lt"/>
              </a:rPr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150</TotalTime>
  <Words>43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Bookman Old Style</vt:lpstr>
      <vt:lpstr>Calibri Light</vt:lpstr>
      <vt:lpstr>Rockwell</vt:lpstr>
      <vt:lpstr>Damask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sagar kharode</cp:lastModifiedBy>
  <cp:revision>30</cp:revision>
  <dcterms:created xsi:type="dcterms:W3CDTF">2022-01-08T11:53:28Z</dcterms:created>
  <dcterms:modified xsi:type="dcterms:W3CDTF">2026-04-29T06:46:11Z</dcterms:modified>
</cp:coreProperties>
</file>